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switch is the flag 'CalculateFromAllLevelsLessThanOrEqualPlayer'.</a:t>
            </a:r>
          </a:p>
          <a:p/>
          <a:p>
            <a:r>
              <a:t>205 of the 264 leveled actor lists in the plugin carry it; 59 do not. So the 'picks at random from everything under your level' description on this slide is the majority case, not the universal one — without the flag a level-45 player meets a Bandit Marauder every single time.</a:t>
            </a:r>
          </a:p>
          <a:p/>
          <a:p>
            <a:r>
              <a:t>Why it stops mattering: once every gate is 1, 'all rows at or below my level' and 'only the highest qualifying row' select the same set — the entire list. So the flag was never audited and never needed to be.</a:t>
            </a:r>
          </a:p>
          <a:p/>
          <a:p>
            <a:r>
              <a:t>The example on screen, LCharBanditMelee1H (039CFC), does carry the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574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D4A63C"/>
                </a:solidFill>
                <a:latin typeface="Segoe UI"/>
              </a:rPr>
              <a:t>A SKYRIM SPECIAL EDITION PLUGIN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8716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800" b="1">
                <a:solidFill>
                  <a:srgbClr val="ECEAE5"/>
                </a:solidFill>
                <a:latin typeface="Segoe UI"/>
              </a:rPr>
              <a:t>Ehlnofey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0">
                <a:solidFill>
                  <a:srgbClr val="C3CAD4"/>
                </a:solidFill>
                <a:latin typeface="Segoe UI"/>
              </a:rPr>
              <a:t>Deleveling Skyrim — and the tier ladders that have to replace the scaling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681728"/>
            <a:ext cx="2011680" cy="27432"/>
          </a:xfrm>
          <a:prstGeom prst="rect">
            <a:avLst/>
          </a:prstGeom>
          <a:solidFill>
            <a:srgbClr val="2E3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956048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6A0AF"/>
                </a:solidFill>
                <a:latin typeface="Segoe UI"/>
              </a:rPr>
              <a:t>No prior modding knowledge assumed. </a:t>
            </a:r>
            <a:r>
              <a:rPr sz="1350" b="0">
                <a:solidFill>
                  <a:srgbClr val="96A0AF"/>
                </a:solidFill>
                <a:latin typeface="Segoe UI"/>
              </a:rPr>
              <a:t>Every mechanic is built up from scratch.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Skyrim scales itself to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22860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67127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208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7685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Level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0939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874519"/>
            <a:ext cx="32004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167127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0208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BLEAK FALLS BARROW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27685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96A0AF"/>
                </a:solidFill>
                <a:latin typeface="Segoe UI"/>
              </a:rPr>
              <a:t>unchanged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0939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874519"/>
            <a:ext cx="301752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167127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0208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WHAT SPAWNS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276856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63B3D4"/>
                </a:solidFill>
                <a:latin typeface="Segoe UI"/>
              </a:rPr>
              <a:t>Draugr, level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2971800"/>
            <a:ext cx="22860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64408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181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YOU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3741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Level 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31912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49039" y="2971800"/>
            <a:ext cx="32004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2644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118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BLEAK FALLS BARROW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37413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96A0AF"/>
                </a:solidFill>
                <a:latin typeface="Segoe UI"/>
              </a:rPr>
              <a:t>unchanged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1912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2971800"/>
            <a:ext cx="301752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326440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31181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WHAT SPAWNS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374136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CC5B44"/>
                </a:solidFill>
                <a:latin typeface="Segoe UI"/>
              </a:rPr>
              <a:t>Draugr, level 45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31596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431596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334255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Same dungeon, same corridor, same chest — and the same fight, forever. The world is a mirror held up to your character sheet.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138928"/>
            <a:ext cx="107286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6A0AF"/>
                </a:solidFill>
                <a:latin typeface="Segoe UI"/>
              </a:rPr>
              <a:t>Vanilla does this almost everywhere: enemies, their gear, and the loot in the boss chest are all generated relative to your level at the moment you first walk in. Nothing in the world has a difficulty of its 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What that costs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38404" cy="13716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5740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The map has no danger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41401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Every direction out of Riverwood is equally safe. There is nowhere you are not supposed to go yet, so there is nothing to earn the right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0439" y="182880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0439" y="1828800"/>
            <a:ext cx="38404" cy="13716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205740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Exploring pays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241401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The good sword is in the chest because you are level 40, not because the chest was hard to reach. Reward tracks the player, not the place.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364992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364992"/>
            <a:ext cx="38404" cy="13716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93592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No curve, in either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950208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You never outgrow a threat and you are never overmatched by one. Difficulty is a flat line that follows you for the whole game.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0439" y="3364992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0439" y="3364992"/>
            <a:ext cx="38404" cy="13716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6471" y="3593592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The fiction stops making sense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3950208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roadside bandit and an ancient Nordic Deathlord end up at the same level. The names still imply a hierarchy; the numbers no longer honour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029200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029200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047488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mod's whole job: give difficulty and reward back to places and creatures, and take them away from the player's level.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Three rules everything answers 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8404" cy="9144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025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63C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9385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The world does not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29384"/>
            <a:ext cx="5882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Every enemy and every hoard has a level set once, by hand. Nothing recalculates against the player, ever.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62072"/>
            <a:ext cx="10728655" cy="9144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862072"/>
            <a:ext cx="38404" cy="9144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08152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3B3D4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0175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Danger is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008376"/>
            <a:ext cx="5882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If walking somewhere can kill you, the world must have said so first. A fixed world is only fair if you can read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41063"/>
            <a:ext cx="10728655" cy="9144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941063"/>
            <a:ext cx="38404" cy="9144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FB07F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096511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Reward follows 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087368"/>
            <a:ext cx="5882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Good loot exists because of where it is — a deep barrow, a dragon's hoard, a named boss. Never because you happened to be level 40.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120640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120640"/>
            <a:ext cx="38404" cy="566928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138927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Rule 2 is the load-bearing one. Once the world stops scaling, legibility is the only protection a player has — and it is the reason the rest of this talk is about names as much as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How Skyrim actually decides what spawns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ECEAE5"/>
                </a:solidFill>
                <a:latin typeface="Segoe UI"/>
              </a:rPr>
              <a:t>A spawn point in a dungeon does not contain an enemy. It contains a menu — modders call it a leveled list.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4114800" cy="2596896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CEAE5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CEAE5"/>
                          </a:solidFill>
                          <a:latin typeface="Segoe UI"/>
                        </a:rPr>
                        <a:t>Row on the menu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Highwayman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Plunderer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Marauder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394959" y="2212848"/>
            <a:ext cx="6065215" cy="9144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59" y="2212848"/>
            <a:ext cx="38404" cy="9144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14416" y="2404872"/>
            <a:ext cx="56263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Every row carries a level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2761488"/>
            <a:ext cx="56263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The number on the left is the player level at which that row unlocks.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59" y="3236976"/>
            <a:ext cx="6065215" cy="1261872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59" y="3236976"/>
            <a:ext cx="38404" cy="1261872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4416" y="3429000"/>
            <a:ext cx="56263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engine hides what you have not earned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3785616"/>
            <a:ext cx="5626303" cy="5852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It removes every row gated above your level. Then one switch on the list — "calculate from all levels ≤ player" — decides what happens next: pick at random from everything left, or take only the highest row still standing.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4608576"/>
            <a:ext cx="6065215" cy="102412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94959" y="4608576"/>
            <a:ext cx="38404" cy="1024128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4416" y="4800600"/>
            <a:ext cx="56263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So the gate is the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5157216"/>
            <a:ext cx="562630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At level 3 one row is live, so you always meet a plain Bandit. At level 45 the list has opened up. Same spawn point, different world.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60720"/>
            <a:ext cx="10728655" cy="50292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760720"/>
            <a:ext cx="38404" cy="5029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7"/>
            <a:ext cx="10180015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That one number is the entire scaling mechanism — and flattening it to 1 collapses both behaviours into one, because then the whole list is the highest row. Live, always, at every player level.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fix: flatten the gate, keep the pool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6A0AF"/>
                </a:solidFill>
                <a:latin typeface="Segoe UI"/>
              </a:rPr>
              <a:t>BEFORE — AS SHIPPED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993392"/>
          <a:ext cx="3108960" cy="2487168"/>
        </p:xfrm>
        <a:graphic>
          <a:graphicData uri="http://schemas.openxmlformats.org/drawingml/2006/table">
            <a:tbl>
              <a:tblPr/>
              <a:tblGrid>
                <a:gridCol w="868680"/>
                <a:gridCol w="224028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Row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Highwayman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Plunderer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Marauder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950208" y="32004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64208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AFTER — EHLNOFEY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7720" y="1993392"/>
          <a:ext cx="3108960" cy="2697480"/>
        </p:xfrm>
        <a:graphic>
          <a:graphicData uri="http://schemas.openxmlformats.org/drawingml/2006/table">
            <a:tbl>
              <a:tblPr/>
              <a:tblGrid>
                <a:gridCol w="868680"/>
                <a:gridCol w="2240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CEAE5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CEAE5"/>
                          </a:solidFill>
                          <a:latin typeface="Segoe UI"/>
                        </a:rPr>
                        <a:t>Row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Runt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Highwayman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092440" y="1993392"/>
            <a:ext cx="3367735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993392"/>
            <a:ext cx="38404" cy="132588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185416"/>
            <a:ext cx="2928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Every gate becomes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2542032"/>
            <a:ext cx="292882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Nothing is ever hidden, so the player's level never enters the calculation.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456432"/>
            <a:ext cx="3367735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456432"/>
            <a:ext cx="38404" cy="132588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3648456"/>
            <a:ext cx="2928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Repeats are the weighting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005072"/>
            <a:ext cx="292882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The engine has no weight field. Listing Outlaw four times is how you make it four times as likely.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13892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3892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57216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Which rows you leave on the menu is now the entire design. Plunderer and Marauder are simply gone from this list — that decision, repeated across ~2,800 records, is the mod.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tier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6A0AF"/>
                </a:solidFill>
                <a:latin typeface="Segoe UI"/>
              </a:rPr>
              <a:t>Seven rungs. Every place, creature family and roster in the mod is assigned one.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0725912" cy="3058668"/>
        </p:xfrm>
        <a:graphic>
          <a:graphicData uri="http://schemas.openxmlformats.org/drawingml/2006/table">
            <a:tbl>
              <a:tblPr/>
              <a:tblGrid>
                <a:gridCol w="868680"/>
                <a:gridCol w="914400"/>
                <a:gridCol w="777240"/>
                <a:gridCol w="2834640"/>
                <a:gridCol w="5330952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Tier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Level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Where you meet it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B8FA8"/>
                          </a:solidFill>
                          <a:latin typeface="Segoe UI"/>
                        </a:rPr>
                        <a:t>T1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B8FA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Nuisance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Animal dens, the weakest camps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6FA98E"/>
                          </a:solidFill>
                          <a:latin typeface="Segoe UI"/>
                        </a:rPr>
                        <a:t>T2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6FA98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Local trouble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Bandit camps, shipwrecks, minor caves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8A85B"/>
                          </a:solidFill>
                          <a:latin typeface="Segoe UI"/>
                        </a:rPr>
                        <a:t>T3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8A85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+6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Established threat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Forts, Forsworn camps, ordinary crypts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A63C"/>
                          </a:solidFill>
                          <a:latin typeface="Segoe UI"/>
                        </a:rPr>
                        <a:t>T4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A63C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+7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Serious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Dwemer ruins, Falmer hives, hagraven nests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823C"/>
                          </a:solidFill>
                          <a:latin typeface="Segoe UI"/>
                        </a:rPr>
                        <a:t>T5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823C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Deep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Dragon Priest lairs, deep Nordic ruins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C4553C"/>
                          </a:solidFill>
                          <a:latin typeface="Segoe UI"/>
                        </a:rPr>
                        <a:t>T6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C4553C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+10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Apex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Solstheim's peak, Apocrypha, Volkihar's court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63C63"/>
                          </a:solidFill>
                          <a:latin typeface="Segoe UI"/>
                        </a:rPr>
                        <a:t>T7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63C63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+10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Capstone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A short named list, nothing else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31520" y="5413248"/>
            <a:ext cx="10728655" cy="50292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413248"/>
            <a:ext cx="38404" cy="5029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31536"/>
            <a:ext cx="10180015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"T4" is shorthand for "the level-21 rung". A T4 creature is level 21 in the first dungeon you meet it and in the last one, forever.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numbers are not invented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6A0AF"/>
                </a:solidFill>
                <a:latin typeface="Segoe UI"/>
              </a:rPr>
              <a:t>The ladder is lifted straight off the deepest ladder Bethesda already wrote — the draugr.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620469" cy="41148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Draugr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FA98E"/>
                </a:solidFill>
                <a:latin typeface="Segoe U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53157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3157" y="2194560"/>
            <a:ext cx="1620469" cy="41148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53157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Restless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3157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8A85B"/>
                </a:solidFill>
                <a:latin typeface="Segoe UI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4794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4794" y="2194560"/>
            <a:ext cx="1620469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4794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Wight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4794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D4A63C"/>
                </a:solidFill>
                <a:latin typeface="Segoe UI"/>
              </a:rPr>
              <a:t>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6431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6431" y="2194560"/>
            <a:ext cx="1620469" cy="41148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6431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Scourge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6431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D4823C"/>
                </a:solidFill>
                <a:latin typeface="Segoe UI"/>
              </a:rPr>
              <a:t>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8068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18068" y="2194560"/>
            <a:ext cx="1620469" cy="41148"/>
          </a:xfrm>
          <a:prstGeom prst="rect">
            <a:avLst/>
          </a:prstGeom>
          <a:solidFill>
            <a:srgbClr val="C45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8068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Deathlord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8068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4553C"/>
                </a:solidFill>
                <a:latin typeface="Segoe UI"/>
              </a:rPr>
              <a:t>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39706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39706" y="2194560"/>
            <a:ext cx="1620469" cy="41148"/>
          </a:xfrm>
          <a:prstGeom prst="rect">
            <a:avLst/>
          </a:prstGeom>
          <a:solidFill>
            <a:srgbClr val="A6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39706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(ebony)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9706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63C63"/>
                </a:solidFill>
                <a:latin typeface="Segoe UI"/>
              </a:rPr>
              <a:t>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419856"/>
            <a:ext cx="5208879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3419856"/>
            <a:ext cx="38404" cy="132588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3648456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T4, T5 and T6 are exactly those 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4005072"/>
            <a:ext cx="4696815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21, 30 and 40 are not chosen numbers — they are where vanilla already puts Scourge, Deathlord and the ebony Deathlord.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1295" y="3419856"/>
            <a:ext cx="5208879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51295" y="3419856"/>
            <a:ext cx="38404" cy="132588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7327" y="3648456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steps widen on purpose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7327" y="4005072"/>
            <a:ext cx="4696815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+4, +6, +7, +9, +10. A rung is roughly a constant ratio of power, not a fixed number of levels.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95604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495604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4974336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bottom three rungs are lifted (1→4, 6→8, 13→14) so a low-tier dungeon still has internal texture. At level 1 everything in a room resolves identically and the place feels uniform.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Tiers belong to creatures, not to rooms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5181447" cy="2286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8404" cy="22860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4632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C5B44"/>
                </a:solidFill>
                <a:latin typeface="Segoe UI"/>
              </a:rPr>
              <a:t>The first plan — abandoned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463280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Tier every dungeon instead, using Skyrim's own "encounter zones" — a per-location min and max level.
It died on two measurements: encounter zones govern 0.3% of the outdoors, and no zone can reach the gear an enemy is wearing.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1783080"/>
            <a:ext cx="5181447" cy="2286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783080"/>
            <a:ext cx="38404" cy="22860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1993392"/>
            <a:ext cx="4632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FB07F"/>
                </a:solidFill>
                <a:latin typeface="Segoe UI"/>
              </a:rPr>
              <a:t>What shipped instead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395728"/>
            <a:ext cx="463280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The tier moves onto the creature family. Flatten every menu, then choose which rows stay on it.
A Draugr Scourge is level 21 in Bleak Falls Barrow, in Labyrinthian, and in a nameless barrow at the edge of the map.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15968"/>
            <a:ext cx="10728655" cy="68580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315968"/>
            <a:ext cx="38404" cy="6858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34255"/>
            <a:ext cx="10180015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This trades something real away: a place can no longer be tiered independently of what is inside it. A cave is exactly as dangerous as the things Bethesda chose to put in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5780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A0AF"/>
                </a:solidFill>
                <a:latin typeface="Segoe UI"/>
              </a:rPr>
              <a:t>What it buys is that the tier now travels with the enemy — which is what makes the next slide possible.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LEGIBILITY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Bethesda already wrote the difficulty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6A0AF"/>
                </a:solidFill>
                <a:latin typeface="Segoe UI"/>
              </a:rPr>
              <a:t>The draugr line is a lore hierarchy that happens to be perfectly ordered by power.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12848"/>
            <a:ext cx="1940905" cy="45720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6FA98E"/>
                </a:solidFill>
                <a:latin typeface="Segoe UI"/>
              </a:rPr>
              <a:t>level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1569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8457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8457" y="2212848"/>
            <a:ext cx="1940905" cy="45720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8185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Restless Draugr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8457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8A85B"/>
                </a:solidFill>
                <a:latin typeface="Segoe UI"/>
              </a:rPr>
              <a:t>level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8506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5394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5394" y="2212848"/>
            <a:ext cx="1940905" cy="457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5122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 Wight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394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A63C"/>
                </a:solidFill>
                <a:latin typeface="Segoe UI"/>
              </a:rPr>
              <a:t>level 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5444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22332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2332" y="2212848"/>
            <a:ext cx="1940905" cy="45720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32060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 Scourge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2332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823C"/>
                </a:solidFill>
                <a:latin typeface="Segoe UI"/>
              </a:rPr>
              <a:t>level 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381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19269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19269" y="2212848"/>
            <a:ext cx="1940905" cy="45720"/>
          </a:xfrm>
          <a:prstGeom prst="rect">
            <a:avLst/>
          </a:prstGeom>
          <a:solidFill>
            <a:srgbClr val="C45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28997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 Deathlord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9269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4553C"/>
                </a:solidFill>
                <a:latin typeface="Segoe UI"/>
              </a:rPr>
              <a:t>level 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840480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3840480"/>
            <a:ext cx="38404" cy="566928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58768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player reads the tier off the enemy's name. No tutorial, no HUD, no wiki — the health bar already says how much trouble you are 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645152"/>
            <a:ext cx="107286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96A0AF"/>
                </a:solidFill>
                <a:latin typeface="Segoe UI"/>
              </a:rPr>
              <a:t>This is what makes rule 2 survivable. Under the abandoned plan the names were only correlated with power — you met a Wight because the dungeon happened to be tier 4. Once the tier lives on the creature, the name becomes the fact. The same trick works for Dremora (Churl → Caitiff → Kynval → Kynreeve → Markynaz → Valkynaz) and for Falmer, vampires and Forsworn.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A roster, worked end to end: bandits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9344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96A0AF"/>
                </a:solidFill>
                <a:latin typeface="Segoe UI"/>
              </a:rPr>
              <a:t>Vanilla ships six rungs. The roster keeps four of them, weighted, and cuts two.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1635709" cy="41148"/>
          </a:xfrm>
          <a:prstGeom prst="rect">
            <a:avLst/>
          </a:prstGeom>
          <a:solidFill>
            <a:srgbClr val="5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Runt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5B8FA8"/>
                </a:solidFill>
                <a:latin typeface="Segoe UI"/>
              </a:rPr>
              <a:t>×1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50109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0109" y="2103120"/>
            <a:ext cx="1635709" cy="41148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50109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Outlaw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0109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109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6FA98E"/>
                </a:solidFill>
                <a:latin typeface="Segoe UI"/>
              </a:rPr>
              <a:t>×4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8698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8698" y="2103120"/>
            <a:ext cx="1635709" cy="41148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8698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Thug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698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698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A8A85B"/>
                </a:solidFill>
                <a:latin typeface="Segoe UI"/>
              </a:rPr>
              <a:t>×3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7287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7287" y="2103120"/>
            <a:ext cx="1635709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7287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Highwayman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7287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287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D4A63C"/>
                </a:solidFill>
                <a:latin typeface="Segoe UI"/>
              </a:rPr>
              <a:t>×1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5876" y="2103120"/>
            <a:ext cx="1635709" cy="1298448"/>
          </a:xfrm>
          <a:prstGeom prst="rect">
            <a:avLst/>
          </a:prstGeom>
          <a:solidFill>
            <a:srgbClr val="13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5876" y="2103120"/>
            <a:ext cx="1635709" cy="41148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876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Plunderer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5876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4A5361"/>
                </a:solidFill>
                <a:latin typeface="Segoe UI"/>
              </a:rPr>
              <a:t>level 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5876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cut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4466" y="2103120"/>
            <a:ext cx="1635709" cy="1298448"/>
          </a:xfrm>
          <a:prstGeom prst="rect">
            <a:avLst/>
          </a:prstGeom>
          <a:solidFill>
            <a:srgbClr val="13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4466" y="2103120"/>
            <a:ext cx="1635709" cy="41148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4466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Marauder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4466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4A5361"/>
                </a:solidFill>
                <a:latin typeface="Segoe UI"/>
              </a:rPr>
              <a:t>level 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4466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cut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657600"/>
            <a:ext cx="5208879" cy="1133856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3657600"/>
            <a:ext cx="38404" cy="1133856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3886200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camp sits at T2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" y="4242816"/>
            <a:ext cx="4696815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Mass on Outlaw and Thug. The weakest and strongest rungs are equally rare — 1 in 9 each.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1295" y="3657600"/>
            <a:ext cx="5208879" cy="1133856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51295" y="3657600"/>
            <a:ext cx="38404" cy="1133856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07327" y="3886200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chief is pinned to level 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7327" y="4242816"/>
            <a:ext cx="4696815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One rung, no spread — the top of the vanilla ladder. A camp's boss is the only fight in it that can carry real difficulty.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10912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5010912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029200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Nothing here writes a level onto a creature. Every roster is a filter and a weighting of rows Bethesda already wrote — which is why it stays compatible with almost everything.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FOUND IN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trap: a spread of levels needs a spread of names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9344"/>
            <a:ext cx="107286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96A0AF"/>
                </a:solidFill>
                <a:latin typeface="Segoe UI"/>
              </a:rPr>
              <a:t>The chief was pinned to one level for a reason. Playtesting found it rolling anywhere from level 6 to level 28 — and every single one of those was called "Bandit Chief".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04288"/>
            <a:ext cx="10728655" cy="1133856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04288"/>
            <a:ext cx="38404" cy="1133856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32888"/>
            <a:ext cx="102165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CEAE5"/>
                </a:solidFill>
                <a:latin typeface="Segoe UI"/>
              </a:rPr>
              <a:t>Why the name does not follow the 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889503"/>
            <a:ext cx="10216591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creature record inherits its name and its level through two different switches. Set the level switch but not the name switch, and the name falls through to one shared record — so every power level shows the same string.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566160"/>
          <a:ext cx="10725912" cy="2267712"/>
        </p:xfrm>
        <a:graphic>
          <a:graphicData uri="http://schemas.openxmlformats.org/drawingml/2006/table">
            <a:tbl>
              <a:tblPr/>
              <a:tblGrid>
                <a:gridCol w="2103120"/>
                <a:gridCol w="6309360"/>
                <a:gridCol w="231343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Boss family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Names across its rungs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Draugr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Overlord · Wight Lord · Scourge Lord · Death Overlord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6FB07F"/>
                          </a:solidFill>
                          <a:latin typeface="Segoe UI"/>
                        </a:rPr>
                        <a:t>spread is fine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Falmer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Skulker · Gloomlurker · Nightprowler · Shadowmaster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6FB07F"/>
                          </a:solidFill>
                          <a:latin typeface="Segoe UI"/>
                        </a:rPr>
                        <a:t>spread is fine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D4A63C"/>
                          </a:solidFill>
                          <a:latin typeface="Segoe UI"/>
                        </a:rPr>
                        <a:t>pinned to 28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Forsworn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Warlock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Thalmor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"Thalmor Wizard" at all seven rungs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Vampire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943600"/>
            <a:ext cx="38404" cy="4572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961888"/>
            <a:ext cx="10180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rule that came out of it: a band of levels is only allowed where the rungs have different names.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LEGIBILITY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Wildlife: the map draws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96A0AF"/>
                </a:solidFill>
                <a:latin typeface="Segoe UI"/>
              </a:rPr>
              <a:t>Vanilla already partitions animal spawns by biome. Freeze each biome at its own tier and a gradient appears for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2476423" cy="45720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Plains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FA98E"/>
                </a:solidFill>
                <a:latin typeface="Segoe UI"/>
              </a:rPr>
              <a:t>T2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Wolf ×4  SabreCat ×1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6231" y="299923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2263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2263" y="2194560"/>
            <a:ext cx="2476423" cy="45720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8567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Forest · Canyon
Marsh · Hills · Coast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2263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A8A85B"/>
                </a:solidFill>
                <a:latin typeface="Segoe UI"/>
              </a:rPr>
              <a:t>T3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0279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Bear ×5  Spider ×4
Wolf ×4  Troll ×1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76975" y="299923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2194560"/>
            <a:ext cx="2476423" cy="457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Snowfields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3007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D4A63C"/>
                </a:solidFill>
                <a:latin typeface="Segoe UI"/>
              </a:rPr>
              <a:t>T4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1023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WolfIce ×3  SabreCatSnow ×2
BearSnow ×1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7719" y="299923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83751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83751" y="2194560"/>
            <a:ext cx="2476423" cy="45720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0055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Mountains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3751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D4823C"/>
                </a:solidFill>
                <a:latin typeface="Segoe UI"/>
              </a:rPr>
              <a:t>T5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1767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IceWraith ×4  WolfIce ×4
Frost Troll ×3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443984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4443984"/>
            <a:ext cx="38404" cy="566928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462272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Only the T5 mountain roster contains the Frost Troll. The mountain is the warning — and it is visible from anywhere in Skyrim.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230368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350" b="0">
                <a:solidFill>
                  <a:srgbClr val="96A0AF"/>
                </a:solidFill>
                <a:latin typeface="Segoe UI"/>
              </a:rPr>
              <a:t>This matters because the mod switches off vanilla's twelve hidden "do not spawn this yet" flags. Geography has to carry the warning instead, and here it does.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What it costs —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73936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38404" cy="13716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02536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Bandit camps go bimodal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59151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Trivial mooks at T2, then a level-28 chief. That is a spike, and it is a deliberate one — a camp has nothing else in it to carry difficulty.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0439" y="1773936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0439" y="1773936"/>
            <a:ext cx="38404" cy="13716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2002536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Some content is simply shut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2359151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level-5 character cannot clear a deep barrow. That is the point, but it puts all the weight on signposting getting it right.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9184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291840"/>
            <a:ext cx="38404" cy="13716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4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Followers have to be hand-set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7705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They do not scale either, so each one needs a level chosen from role and lore. Picking a companion becomes a real decision.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0439" y="329184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0439" y="3291840"/>
            <a:ext cx="38404" cy="13716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6471" y="352044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Level is not the same as threat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387705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fixed world can be a dull one. Perks, spells and combat style do as much work as the number — and they are next.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901184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901184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919472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None of these are bugs to be fixed later. They are the shape a world takes once it stops flattering the player, and the design says so out loud rather than discovering them in testing.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Where it stands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2,833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records, all overrides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2263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2263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2263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991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new form IDs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16,308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list entries, every gate flat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83751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83751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3751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3479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master files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55264"/>
            <a:ext cx="5199735" cy="148132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255264"/>
            <a:ext cx="38404" cy="1481328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483864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Working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840480"/>
            <a:ext cx="468767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Builds and round-trips cleanly. In play at character level 1 and level 45, Bleak Falls Barrow and Swindler's Den give the same spread of enemies both times — the first real evidence rule 1 holds.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0439" y="3255264"/>
            <a:ext cx="5199735" cy="148132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0439" y="3255264"/>
            <a:ext cx="38404" cy="1481328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6471" y="3483864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Still open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6471" y="3840480"/>
            <a:ext cx="468767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Four boss families still fail the naming test. Followers are unset. Boss-chest loot has not been verified across two player levels yet.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95604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74336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Everything shipped is an override of a record Bethesda wrote. No new records, so it stays as compatible as a mod of this reach can be.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Three things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10512"/>
            <a:ext cx="10728655" cy="1042415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10512"/>
            <a:ext cx="38404" cy="1042415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84831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4A63C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99339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The gate is the 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59" y="1993392"/>
            <a:ext cx="51508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One number on each row of a leveled list is what ties the whole world to your character sheet. Flatten it and the coupling is gone.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17520"/>
            <a:ext cx="10728655" cy="1042415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017520"/>
            <a:ext cx="38404" cy="1042415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291839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63B3D4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0040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Then the curation is the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3200400"/>
            <a:ext cx="51508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Once nothing is hidden, which rows remain on the menu is the only lever left — and that is a design job, not a technical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24528"/>
            <a:ext cx="10728655" cy="1042415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224528"/>
            <a:ext cx="38404" cy="1042415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49884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6FB07F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40740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Names carry the difficulty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59" y="4407408"/>
            <a:ext cx="51508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fixed world is only fair if it can be read, and Bethesda already wrote the labels. Where the labels run out, the spread has to stop.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4A63C"/>
                </a:solidFill>
                <a:latin typeface="Segoe UI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Ehlnofey - Deleveling Skyrim</dc:title>
  <dc:subject>Tier ladders</dc:subject>
  <dc:creator>Ehlnofey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